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92.4</c:v>
                </c:pt>
                <c:pt idx="1">
                  <c:v>110.7</c:v>
                </c:pt>
                <c:pt idx="2">
                  <c:v>128.5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Growth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